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presProps.xml" ContentType="application/vnd.openxmlformats-officedocument.presentationml.presProps+xml"/>
  <Override PartName="/ppt/media/image1.wmf" ContentType="image/x-wmf"/>
  <Override PartName="/ppt/media/image2.wmf" ContentType="image/x-wmf"/>
  <Override PartName="/ppt/media/image3.wmf" ContentType="image/x-wmf"/>
  <Override PartName="/ppt/media/image6.jpeg" ContentType="image/jpeg"/>
  <Override PartName="/ppt/media/image4.wmf" ContentType="image/x-wmf"/>
  <Override PartName="/ppt/media/image5.jpeg" ContentType="image/jpeg"/>
  <Override PartName="/ppt/media/image7.jpeg" ContentType="image/jpeg"/>
  <Override PartName="/ppt/media/image8.jpeg" ContentType="image/jpeg"/>
  <Override PartName="/ppt/media/image9.jpeg" ContentType="image/jpeg"/>
  <Override PartName="/ppt/media/image10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098920" cy="93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D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09892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D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51862C4-8DC6-497C-98F3-B6E7C31E0E2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D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098920" cy="93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D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 type="subTitle"/>
          </p:nvPr>
        </p:nvSpPr>
        <p:spPr>
          <a:xfrm>
            <a:off x="1620000" y="1368000"/>
            <a:ext cx="809892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D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687A28D-1D40-452B-9652-FDBFDD1B046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D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"/>
          <p:cNvGrpSpPr/>
          <p:nvPr/>
        </p:nvGrpSpPr>
        <p:grpSpPr>
          <a:xfrm>
            <a:off x="358920" y="36000"/>
            <a:ext cx="1080000" cy="5794920"/>
            <a:chOff x="358920" y="36000"/>
            <a:chExt cx="1080000" cy="5794920"/>
          </a:xfrm>
        </p:grpSpPr>
        <p:cxnSp>
          <p:nvCxnSpPr>
            <p:cNvPr id="1" name=""/>
            <p:cNvCxnSpPr>
              <a:stCxn id="2" idx="6"/>
              <a:endCxn id="3" idx="2"/>
            </p:cNvCxnSpPr>
            <p:nvPr/>
          </p:nvCxnSpPr>
          <p:spPr>
            <a:xfrm>
              <a:off x="624960" y="125640"/>
              <a:ext cx="549360" cy="360"/>
            </a:xfrm>
            <a:prstGeom prst="bentConnector2">
              <a:avLst/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4" name=""/>
            <p:cNvCxnSpPr>
              <a:stCxn id="5" idx="6"/>
              <a:endCxn id="6" idx="2"/>
            </p:cNvCxnSpPr>
            <p:nvPr/>
          </p:nvCxnSpPr>
          <p:spPr>
            <a:xfrm>
              <a:off x="538920" y="341640"/>
              <a:ext cx="721440" cy="360"/>
            </a:xfrm>
            <a:prstGeom prst="bentConnector2">
              <a:avLst/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7" name=""/>
            <p:cNvCxnSpPr>
              <a:stCxn id="8" idx="6"/>
              <a:endCxn id="9" idx="2"/>
            </p:cNvCxnSpPr>
            <p:nvPr/>
          </p:nvCxnSpPr>
          <p:spPr>
            <a:xfrm>
              <a:off x="624960" y="557640"/>
              <a:ext cx="549360" cy="360"/>
            </a:xfrm>
            <a:prstGeom prst="bentConnector2">
              <a:avLst/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0" name=""/>
            <p:cNvCxnSpPr>
              <a:stCxn id="11" idx="6"/>
              <a:endCxn id="12" idx="2"/>
            </p:cNvCxnSpPr>
            <p:nvPr/>
          </p:nvCxnSpPr>
          <p:spPr>
            <a:xfrm>
              <a:off x="849960" y="773640"/>
              <a:ext cx="99360" cy="360"/>
            </a:xfrm>
            <a:prstGeom prst="bentConnector2">
              <a:avLst/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3" name=""/>
            <p:cNvCxnSpPr>
              <a:stCxn id="14" idx="6"/>
              <a:endCxn id="15" idx="2"/>
            </p:cNvCxnSpPr>
            <p:nvPr/>
          </p:nvCxnSpPr>
          <p:spPr>
            <a:xfrm>
              <a:off x="849960" y="989640"/>
              <a:ext cx="99360" cy="360"/>
            </a:xfrm>
            <a:prstGeom prst="bentConnector2">
              <a:avLst/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6" name=""/>
            <p:cNvCxnSpPr>
              <a:stCxn id="17" idx="6"/>
              <a:endCxn id="18" idx="2"/>
            </p:cNvCxnSpPr>
            <p:nvPr/>
          </p:nvCxnSpPr>
          <p:spPr>
            <a:xfrm rot="10800000">
              <a:off x="623520" y="1205640"/>
              <a:ext cx="549360" cy="360"/>
            </a:xfrm>
            <a:prstGeom prst="bentConnector2">
              <a:avLst/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9" name=""/>
            <p:cNvCxnSpPr>
              <a:stCxn id="20" idx="6"/>
              <a:endCxn id="21" idx="2"/>
            </p:cNvCxnSpPr>
            <p:nvPr/>
          </p:nvCxnSpPr>
          <p:spPr>
            <a:xfrm rot="10800000">
              <a:off x="537480" y="1421640"/>
              <a:ext cx="721440" cy="360"/>
            </a:xfrm>
            <a:prstGeom prst="bentConnector2">
              <a:avLst/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22" name=""/>
            <p:cNvCxnSpPr>
              <a:stCxn id="23" idx="6"/>
              <a:endCxn id="24" idx="2"/>
            </p:cNvCxnSpPr>
            <p:nvPr/>
          </p:nvCxnSpPr>
          <p:spPr>
            <a:xfrm rot="10800000">
              <a:off x="623520" y="1637640"/>
              <a:ext cx="549360" cy="360"/>
            </a:xfrm>
            <a:prstGeom prst="bentConnector2">
              <a:avLst/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25" name=""/>
            <p:cNvCxnSpPr>
              <a:stCxn id="26" idx="6"/>
              <a:endCxn id="27" idx="2"/>
            </p:cNvCxnSpPr>
            <p:nvPr/>
          </p:nvCxnSpPr>
          <p:spPr>
            <a:xfrm rot="10800000">
              <a:off x="848520" y="1853640"/>
              <a:ext cx="99360" cy="360"/>
            </a:xfrm>
            <a:prstGeom prst="bentConnector2">
              <a:avLst/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28" name=""/>
            <p:cNvCxnSpPr>
              <a:stCxn id="29" idx="6"/>
              <a:endCxn id="30" idx="2"/>
            </p:cNvCxnSpPr>
            <p:nvPr/>
          </p:nvCxnSpPr>
          <p:spPr>
            <a:xfrm rot="10800000">
              <a:off x="848520" y="2069640"/>
              <a:ext cx="99360" cy="360"/>
            </a:xfrm>
            <a:prstGeom prst="bentConnector2">
              <a:avLst/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31" name=""/>
            <p:cNvCxnSpPr>
              <a:stCxn id="32" idx="6"/>
              <a:endCxn id="33" idx="2"/>
            </p:cNvCxnSpPr>
            <p:nvPr/>
          </p:nvCxnSpPr>
          <p:spPr>
            <a:xfrm>
              <a:off x="624960" y="2285640"/>
              <a:ext cx="549360" cy="360"/>
            </a:xfrm>
            <a:prstGeom prst="bentConnector2">
              <a:avLst/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34" name=""/>
            <p:cNvCxnSpPr>
              <a:stCxn id="35" idx="6"/>
              <a:endCxn id="36" idx="2"/>
            </p:cNvCxnSpPr>
            <p:nvPr/>
          </p:nvCxnSpPr>
          <p:spPr>
            <a:xfrm>
              <a:off x="538920" y="2501640"/>
              <a:ext cx="721440" cy="360"/>
            </a:xfrm>
            <a:prstGeom prst="bentConnector2">
              <a:avLst/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37" name=""/>
            <p:cNvCxnSpPr>
              <a:stCxn id="38" idx="6"/>
              <a:endCxn id="39" idx="2"/>
            </p:cNvCxnSpPr>
            <p:nvPr/>
          </p:nvCxnSpPr>
          <p:spPr>
            <a:xfrm>
              <a:off x="624960" y="2717640"/>
              <a:ext cx="549360" cy="360"/>
            </a:xfrm>
            <a:prstGeom prst="bentConnector2">
              <a:avLst/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40" name=""/>
            <p:cNvCxnSpPr>
              <a:stCxn id="41" idx="6"/>
              <a:endCxn id="42" idx="2"/>
            </p:cNvCxnSpPr>
            <p:nvPr/>
          </p:nvCxnSpPr>
          <p:spPr>
            <a:xfrm>
              <a:off x="849960" y="2933640"/>
              <a:ext cx="99360" cy="360"/>
            </a:xfrm>
            <a:prstGeom prst="bentConnector2">
              <a:avLst/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43" name=""/>
            <p:cNvCxnSpPr>
              <a:stCxn id="44" idx="6"/>
              <a:endCxn id="45" idx="2"/>
            </p:cNvCxnSpPr>
            <p:nvPr/>
          </p:nvCxnSpPr>
          <p:spPr>
            <a:xfrm>
              <a:off x="849960" y="3149640"/>
              <a:ext cx="99360" cy="360"/>
            </a:xfrm>
            <a:prstGeom prst="bentConnector2">
              <a:avLst/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46" name=""/>
            <p:cNvCxnSpPr>
              <a:stCxn id="47" idx="6"/>
              <a:endCxn id="48" idx="2"/>
            </p:cNvCxnSpPr>
            <p:nvPr/>
          </p:nvCxnSpPr>
          <p:spPr>
            <a:xfrm rot="10800000">
              <a:off x="623520" y="3365640"/>
              <a:ext cx="549360" cy="360"/>
            </a:xfrm>
            <a:prstGeom prst="bentConnector2">
              <a:avLst/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49" name=""/>
            <p:cNvCxnSpPr>
              <a:stCxn id="50" idx="6"/>
              <a:endCxn id="51" idx="2"/>
            </p:cNvCxnSpPr>
            <p:nvPr/>
          </p:nvCxnSpPr>
          <p:spPr>
            <a:xfrm rot="10800000">
              <a:off x="537480" y="3581640"/>
              <a:ext cx="721440" cy="360"/>
            </a:xfrm>
            <a:prstGeom prst="bentConnector2">
              <a:avLst/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52" name=""/>
            <p:cNvCxnSpPr>
              <a:stCxn id="53" idx="6"/>
              <a:endCxn id="54" idx="2"/>
            </p:cNvCxnSpPr>
            <p:nvPr/>
          </p:nvCxnSpPr>
          <p:spPr>
            <a:xfrm rot="10800000">
              <a:off x="623520" y="3797640"/>
              <a:ext cx="549360" cy="360"/>
            </a:xfrm>
            <a:prstGeom prst="bentConnector2">
              <a:avLst/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55" name=""/>
            <p:cNvCxnSpPr>
              <a:stCxn id="56" idx="6"/>
              <a:endCxn id="57" idx="2"/>
            </p:cNvCxnSpPr>
            <p:nvPr/>
          </p:nvCxnSpPr>
          <p:spPr>
            <a:xfrm rot="10800000">
              <a:off x="848520" y="4013640"/>
              <a:ext cx="99360" cy="360"/>
            </a:xfrm>
            <a:prstGeom prst="bentConnector2">
              <a:avLst/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58" name=""/>
            <p:cNvCxnSpPr>
              <a:stCxn id="59" idx="6"/>
              <a:endCxn id="60" idx="2"/>
            </p:cNvCxnSpPr>
            <p:nvPr/>
          </p:nvCxnSpPr>
          <p:spPr>
            <a:xfrm rot="10800000">
              <a:off x="848520" y="4229640"/>
              <a:ext cx="99360" cy="360"/>
            </a:xfrm>
            <a:prstGeom prst="bentConnector2">
              <a:avLst/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61" name=""/>
            <p:cNvCxnSpPr>
              <a:stCxn id="62" idx="6"/>
              <a:endCxn id="63" idx="2"/>
            </p:cNvCxnSpPr>
            <p:nvPr/>
          </p:nvCxnSpPr>
          <p:spPr>
            <a:xfrm>
              <a:off x="624960" y="4445640"/>
              <a:ext cx="549360" cy="360"/>
            </a:xfrm>
            <a:prstGeom prst="bentConnector2">
              <a:avLst/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64" name=""/>
            <p:cNvCxnSpPr>
              <a:stCxn id="65" idx="6"/>
              <a:endCxn id="66" idx="2"/>
            </p:cNvCxnSpPr>
            <p:nvPr/>
          </p:nvCxnSpPr>
          <p:spPr>
            <a:xfrm>
              <a:off x="538920" y="4661640"/>
              <a:ext cx="721440" cy="360"/>
            </a:xfrm>
            <a:prstGeom prst="bentConnector2">
              <a:avLst/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67" name=""/>
            <p:cNvCxnSpPr>
              <a:stCxn id="68" idx="6"/>
              <a:endCxn id="69" idx="2"/>
            </p:cNvCxnSpPr>
            <p:nvPr/>
          </p:nvCxnSpPr>
          <p:spPr>
            <a:xfrm>
              <a:off x="624960" y="4877640"/>
              <a:ext cx="549360" cy="360"/>
            </a:xfrm>
            <a:prstGeom prst="bentConnector2">
              <a:avLst/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70" name=""/>
            <p:cNvCxnSpPr>
              <a:stCxn id="71" idx="6"/>
              <a:endCxn id="72" idx="2"/>
            </p:cNvCxnSpPr>
            <p:nvPr/>
          </p:nvCxnSpPr>
          <p:spPr>
            <a:xfrm>
              <a:off x="849960" y="5093640"/>
              <a:ext cx="99360" cy="360"/>
            </a:xfrm>
            <a:prstGeom prst="bentConnector2">
              <a:avLst/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73" name=""/>
            <p:cNvCxnSpPr>
              <a:stCxn id="74" idx="6"/>
              <a:endCxn id="75" idx="2"/>
            </p:cNvCxnSpPr>
            <p:nvPr/>
          </p:nvCxnSpPr>
          <p:spPr>
            <a:xfrm>
              <a:off x="849960" y="5309640"/>
              <a:ext cx="99360" cy="360"/>
            </a:xfrm>
            <a:prstGeom prst="bentConnector2">
              <a:avLst/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76" name=""/>
            <p:cNvCxnSpPr>
              <a:stCxn id="77" idx="6"/>
              <a:endCxn id="78" idx="2"/>
            </p:cNvCxnSpPr>
            <p:nvPr/>
          </p:nvCxnSpPr>
          <p:spPr>
            <a:xfrm rot="10800000">
              <a:off x="623520" y="5525640"/>
              <a:ext cx="549360" cy="360"/>
            </a:xfrm>
            <a:prstGeom prst="bentConnector2">
              <a:avLst/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79" name=""/>
            <p:cNvCxnSpPr>
              <a:stCxn id="80" idx="6"/>
              <a:endCxn id="81" idx="2"/>
            </p:cNvCxnSpPr>
            <p:nvPr/>
          </p:nvCxnSpPr>
          <p:spPr>
            <a:xfrm rot="10800000">
              <a:off x="537480" y="5741640"/>
              <a:ext cx="721440" cy="360"/>
            </a:xfrm>
            <a:prstGeom prst="bentConnector2">
              <a:avLst/>
            </a:prstGeom>
            <a:ln w="18000">
              <a:solidFill>
                <a:srgbClr val="2a6099"/>
              </a:solidFill>
              <a:round/>
            </a:ln>
          </p:spPr>
        </p:cxnSp>
        <p:sp>
          <p:nvSpPr>
            <p:cNvPr id="2" name=""/>
            <p:cNvSpPr/>
            <p:nvPr/>
          </p:nvSpPr>
          <p:spPr>
            <a:xfrm>
              <a:off x="446040" y="36000"/>
              <a:ext cx="178920" cy="17892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3" name=""/>
            <p:cNvSpPr/>
            <p:nvPr/>
          </p:nvSpPr>
          <p:spPr>
            <a:xfrm>
              <a:off x="1173960" y="36000"/>
              <a:ext cx="178920" cy="17892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5" name=""/>
            <p:cNvSpPr/>
            <p:nvPr/>
          </p:nvSpPr>
          <p:spPr>
            <a:xfrm>
              <a:off x="360000" y="252000"/>
              <a:ext cx="178920" cy="17892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6" name=""/>
            <p:cNvSpPr/>
            <p:nvPr/>
          </p:nvSpPr>
          <p:spPr>
            <a:xfrm>
              <a:off x="1260000" y="252000"/>
              <a:ext cx="178920" cy="17892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8" name=""/>
            <p:cNvSpPr/>
            <p:nvPr/>
          </p:nvSpPr>
          <p:spPr>
            <a:xfrm>
              <a:off x="446040" y="468000"/>
              <a:ext cx="178920" cy="17892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1173960" y="468000"/>
              <a:ext cx="178920" cy="17892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11" name=""/>
            <p:cNvSpPr/>
            <p:nvPr/>
          </p:nvSpPr>
          <p:spPr>
            <a:xfrm>
              <a:off x="671040" y="684000"/>
              <a:ext cx="178920" cy="17892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948960" y="684000"/>
              <a:ext cx="178920" cy="17892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948960" y="900000"/>
              <a:ext cx="178920" cy="17892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14" name=""/>
            <p:cNvSpPr/>
            <p:nvPr/>
          </p:nvSpPr>
          <p:spPr>
            <a:xfrm>
              <a:off x="671040" y="900000"/>
              <a:ext cx="178920" cy="17892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17" name=""/>
            <p:cNvSpPr/>
            <p:nvPr/>
          </p:nvSpPr>
          <p:spPr>
            <a:xfrm flipH="1">
              <a:off x="1172520" y="1116000"/>
              <a:ext cx="178920" cy="17892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18" name=""/>
            <p:cNvSpPr/>
            <p:nvPr/>
          </p:nvSpPr>
          <p:spPr>
            <a:xfrm flipH="1">
              <a:off x="444600" y="1116000"/>
              <a:ext cx="178920" cy="17892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20" name=""/>
            <p:cNvSpPr/>
            <p:nvPr/>
          </p:nvSpPr>
          <p:spPr>
            <a:xfrm flipH="1">
              <a:off x="1258560" y="1332000"/>
              <a:ext cx="178920" cy="17892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21" name=""/>
            <p:cNvSpPr/>
            <p:nvPr/>
          </p:nvSpPr>
          <p:spPr>
            <a:xfrm flipH="1">
              <a:off x="358560" y="1332000"/>
              <a:ext cx="178920" cy="17892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23" name=""/>
            <p:cNvSpPr/>
            <p:nvPr/>
          </p:nvSpPr>
          <p:spPr>
            <a:xfrm flipH="1">
              <a:off x="1172520" y="1548000"/>
              <a:ext cx="178920" cy="17892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24" name=""/>
            <p:cNvSpPr/>
            <p:nvPr/>
          </p:nvSpPr>
          <p:spPr>
            <a:xfrm flipH="1">
              <a:off x="444600" y="1548000"/>
              <a:ext cx="178920" cy="17892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26" name=""/>
            <p:cNvSpPr/>
            <p:nvPr/>
          </p:nvSpPr>
          <p:spPr>
            <a:xfrm flipH="1">
              <a:off x="947520" y="1764000"/>
              <a:ext cx="178920" cy="178920"/>
            </a:xfrm>
            <a:prstGeom prst="ellipse">
              <a:avLst/>
            </a:prstGeom>
            <a:solidFill>
              <a:srgbClr val="afb6bd"/>
            </a:solidFill>
            <a:ln w="144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27" name=""/>
            <p:cNvSpPr/>
            <p:nvPr/>
          </p:nvSpPr>
          <p:spPr>
            <a:xfrm flipH="1">
              <a:off x="669600" y="1764000"/>
              <a:ext cx="178920" cy="178920"/>
            </a:xfrm>
            <a:prstGeom prst="ellipse">
              <a:avLst/>
            </a:prstGeom>
            <a:solidFill>
              <a:srgbClr val="ffd8ce"/>
            </a:solidFill>
            <a:ln w="216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30" name=""/>
            <p:cNvSpPr/>
            <p:nvPr/>
          </p:nvSpPr>
          <p:spPr>
            <a:xfrm flipH="1">
              <a:off x="669600" y="1980000"/>
              <a:ext cx="178920" cy="178920"/>
            </a:xfrm>
            <a:prstGeom prst="ellipse">
              <a:avLst/>
            </a:prstGeom>
            <a:solidFill>
              <a:srgbClr val="afb6bd"/>
            </a:solidFill>
            <a:ln w="144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29" name=""/>
            <p:cNvSpPr/>
            <p:nvPr/>
          </p:nvSpPr>
          <p:spPr>
            <a:xfrm flipH="1">
              <a:off x="947520" y="1980000"/>
              <a:ext cx="178920" cy="178920"/>
            </a:xfrm>
            <a:prstGeom prst="ellipse">
              <a:avLst/>
            </a:prstGeom>
            <a:solidFill>
              <a:srgbClr val="ffd8ce"/>
            </a:solidFill>
            <a:ln w="216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32" name=""/>
            <p:cNvSpPr/>
            <p:nvPr/>
          </p:nvSpPr>
          <p:spPr>
            <a:xfrm>
              <a:off x="446040" y="2196000"/>
              <a:ext cx="178920" cy="17892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33" name=""/>
            <p:cNvSpPr/>
            <p:nvPr/>
          </p:nvSpPr>
          <p:spPr>
            <a:xfrm>
              <a:off x="1173960" y="2196000"/>
              <a:ext cx="178920" cy="17892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35" name=""/>
            <p:cNvSpPr/>
            <p:nvPr/>
          </p:nvSpPr>
          <p:spPr>
            <a:xfrm>
              <a:off x="360000" y="2412000"/>
              <a:ext cx="178920" cy="17892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36" name=""/>
            <p:cNvSpPr/>
            <p:nvPr/>
          </p:nvSpPr>
          <p:spPr>
            <a:xfrm>
              <a:off x="1260000" y="2412000"/>
              <a:ext cx="178920" cy="17892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38" name=""/>
            <p:cNvSpPr/>
            <p:nvPr/>
          </p:nvSpPr>
          <p:spPr>
            <a:xfrm>
              <a:off x="446040" y="2628000"/>
              <a:ext cx="178920" cy="17892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39" name=""/>
            <p:cNvSpPr/>
            <p:nvPr/>
          </p:nvSpPr>
          <p:spPr>
            <a:xfrm>
              <a:off x="1173960" y="2628000"/>
              <a:ext cx="178920" cy="17892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41" name=""/>
            <p:cNvSpPr/>
            <p:nvPr/>
          </p:nvSpPr>
          <p:spPr>
            <a:xfrm>
              <a:off x="671040" y="2844000"/>
              <a:ext cx="178920" cy="17892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42" name=""/>
            <p:cNvSpPr/>
            <p:nvPr/>
          </p:nvSpPr>
          <p:spPr>
            <a:xfrm>
              <a:off x="948960" y="2844000"/>
              <a:ext cx="178920" cy="17892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45" name=""/>
            <p:cNvSpPr/>
            <p:nvPr/>
          </p:nvSpPr>
          <p:spPr>
            <a:xfrm>
              <a:off x="948960" y="3060000"/>
              <a:ext cx="178920" cy="17892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44" name=""/>
            <p:cNvSpPr/>
            <p:nvPr/>
          </p:nvSpPr>
          <p:spPr>
            <a:xfrm>
              <a:off x="671040" y="3060000"/>
              <a:ext cx="178920" cy="17892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47" name=""/>
            <p:cNvSpPr/>
            <p:nvPr/>
          </p:nvSpPr>
          <p:spPr>
            <a:xfrm flipH="1">
              <a:off x="1172520" y="3276000"/>
              <a:ext cx="178920" cy="17892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48" name=""/>
            <p:cNvSpPr/>
            <p:nvPr/>
          </p:nvSpPr>
          <p:spPr>
            <a:xfrm flipH="1">
              <a:off x="444600" y="3276000"/>
              <a:ext cx="178920" cy="17892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50" name=""/>
            <p:cNvSpPr/>
            <p:nvPr/>
          </p:nvSpPr>
          <p:spPr>
            <a:xfrm flipH="1">
              <a:off x="1258560" y="3492000"/>
              <a:ext cx="178920" cy="17892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51" name=""/>
            <p:cNvSpPr/>
            <p:nvPr/>
          </p:nvSpPr>
          <p:spPr>
            <a:xfrm flipH="1">
              <a:off x="358560" y="3492000"/>
              <a:ext cx="178920" cy="17892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53" name=""/>
            <p:cNvSpPr/>
            <p:nvPr/>
          </p:nvSpPr>
          <p:spPr>
            <a:xfrm flipH="1">
              <a:off x="1172520" y="3708000"/>
              <a:ext cx="178920" cy="17892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54" name=""/>
            <p:cNvSpPr/>
            <p:nvPr/>
          </p:nvSpPr>
          <p:spPr>
            <a:xfrm flipH="1">
              <a:off x="444600" y="3708000"/>
              <a:ext cx="178920" cy="17892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56" name=""/>
            <p:cNvSpPr/>
            <p:nvPr/>
          </p:nvSpPr>
          <p:spPr>
            <a:xfrm flipH="1">
              <a:off x="947520" y="3924000"/>
              <a:ext cx="178920" cy="178920"/>
            </a:xfrm>
            <a:prstGeom prst="ellipse">
              <a:avLst/>
            </a:prstGeom>
            <a:solidFill>
              <a:srgbClr val="afb6bd"/>
            </a:solidFill>
            <a:ln w="144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57" name=""/>
            <p:cNvSpPr/>
            <p:nvPr/>
          </p:nvSpPr>
          <p:spPr>
            <a:xfrm flipH="1">
              <a:off x="669600" y="3924000"/>
              <a:ext cx="178920" cy="178920"/>
            </a:xfrm>
            <a:prstGeom prst="ellipse">
              <a:avLst/>
            </a:prstGeom>
            <a:solidFill>
              <a:srgbClr val="ffd8ce"/>
            </a:solidFill>
            <a:ln w="216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60" name=""/>
            <p:cNvSpPr/>
            <p:nvPr/>
          </p:nvSpPr>
          <p:spPr>
            <a:xfrm flipH="1">
              <a:off x="669600" y="4140000"/>
              <a:ext cx="178920" cy="178920"/>
            </a:xfrm>
            <a:prstGeom prst="ellipse">
              <a:avLst/>
            </a:prstGeom>
            <a:solidFill>
              <a:srgbClr val="afb6bd"/>
            </a:solidFill>
            <a:ln w="144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59" name=""/>
            <p:cNvSpPr/>
            <p:nvPr/>
          </p:nvSpPr>
          <p:spPr>
            <a:xfrm flipH="1">
              <a:off x="947520" y="4140000"/>
              <a:ext cx="178920" cy="178920"/>
            </a:xfrm>
            <a:prstGeom prst="ellipse">
              <a:avLst/>
            </a:prstGeom>
            <a:solidFill>
              <a:srgbClr val="ffd8ce"/>
            </a:solidFill>
            <a:ln w="216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62" name=""/>
            <p:cNvSpPr/>
            <p:nvPr/>
          </p:nvSpPr>
          <p:spPr>
            <a:xfrm>
              <a:off x="446040" y="4356000"/>
              <a:ext cx="178920" cy="17892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63" name=""/>
            <p:cNvSpPr/>
            <p:nvPr/>
          </p:nvSpPr>
          <p:spPr>
            <a:xfrm>
              <a:off x="1173960" y="4356000"/>
              <a:ext cx="178920" cy="17892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65" name=""/>
            <p:cNvSpPr/>
            <p:nvPr/>
          </p:nvSpPr>
          <p:spPr>
            <a:xfrm>
              <a:off x="360000" y="4572000"/>
              <a:ext cx="178920" cy="17892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66" name=""/>
            <p:cNvSpPr/>
            <p:nvPr/>
          </p:nvSpPr>
          <p:spPr>
            <a:xfrm>
              <a:off x="1260000" y="4572000"/>
              <a:ext cx="178920" cy="17892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68" name=""/>
            <p:cNvSpPr/>
            <p:nvPr/>
          </p:nvSpPr>
          <p:spPr>
            <a:xfrm>
              <a:off x="446040" y="4788000"/>
              <a:ext cx="178920" cy="17892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69" name=""/>
            <p:cNvSpPr/>
            <p:nvPr/>
          </p:nvSpPr>
          <p:spPr>
            <a:xfrm>
              <a:off x="1173960" y="4788000"/>
              <a:ext cx="178920" cy="17892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71" name=""/>
            <p:cNvSpPr/>
            <p:nvPr/>
          </p:nvSpPr>
          <p:spPr>
            <a:xfrm>
              <a:off x="671040" y="5004000"/>
              <a:ext cx="178920" cy="17892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72" name=""/>
            <p:cNvSpPr/>
            <p:nvPr/>
          </p:nvSpPr>
          <p:spPr>
            <a:xfrm>
              <a:off x="948960" y="5004000"/>
              <a:ext cx="178920" cy="17892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75" name=""/>
            <p:cNvSpPr/>
            <p:nvPr/>
          </p:nvSpPr>
          <p:spPr>
            <a:xfrm>
              <a:off x="948960" y="5220000"/>
              <a:ext cx="178920" cy="17892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74" name=""/>
            <p:cNvSpPr/>
            <p:nvPr/>
          </p:nvSpPr>
          <p:spPr>
            <a:xfrm>
              <a:off x="671040" y="5220000"/>
              <a:ext cx="178920" cy="17892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77" name=""/>
            <p:cNvSpPr/>
            <p:nvPr/>
          </p:nvSpPr>
          <p:spPr>
            <a:xfrm flipH="1">
              <a:off x="1172520" y="5436000"/>
              <a:ext cx="178920" cy="17892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78" name=""/>
            <p:cNvSpPr/>
            <p:nvPr/>
          </p:nvSpPr>
          <p:spPr>
            <a:xfrm flipH="1">
              <a:off x="444600" y="5436000"/>
              <a:ext cx="178920" cy="17892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80" name=""/>
            <p:cNvSpPr/>
            <p:nvPr/>
          </p:nvSpPr>
          <p:spPr>
            <a:xfrm flipH="1">
              <a:off x="1258560" y="5652000"/>
              <a:ext cx="178920" cy="17892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81" name=""/>
            <p:cNvSpPr/>
            <p:nvPr/>
          </p:nvSpPr>
          <p:spPr>
            <a:xfrm flipH="1">
              <a:off x="358560" y="5652000"/>
              <a:ext cx="178920" cy="17892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</p:grpSp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098920" cy="93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D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1620000" y="1368000"/>
            <a:ext cx="809892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D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D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D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D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D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D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D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ftr" idx="1"/>
          </p:nvPr>
        </p:nvSpPr>
        <p:spPr>
          <a:xfrm>
            <a:off x="3987000" y="5164920"/>
            <a:ext cx="319392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D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sldNum" idx="2"/>
          </p:nvPr>
        </p:nvSpPr>
        <p:spPr>
          <a:xfrm>
            <a:off x="7227000" y="516492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9630363-50F1-489B-8940-D8E926B76EAB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ID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dt" idx="3"/>
          </p:nvPr>
        </p:nvSpPr>
        <p:spPr>
          <a:xfrm>
            <a:off x="1584000" y="516492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D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"/>
          <p:cNvGrpSpPr/>
          <p:nvPr/>
        </p:nvGrpSpPr>
        <p:grpSpPr>
          <a:xfrm>
            <a:off x="358920" y="36000"/>
            <a:ext cx="1080000" cy="5794920"/>
            <a:chOff x="358920" y="36000"/>
            <a:chExt cx="1080000" cy="5794920"/>
          </a:xfrm>
        </p:grpSpPr>
        <p:cxnSp>
          <p:nvCxnSpPr>
            <p:cNvPr id="90" name=""/>
            <p:cNvCxnSpPr>
              <a:stCxn id="91" idx="6"/>
              <a:endCxn id="92" idx="2"/>
            </p:cNvCxnSpPr>
            <p:nvPr/>
          </p:nvCxnSpPr>
          <p:spPr>
            <a:xfrm>
              <a:off x="624960" y="125640"/>
              <a:ext cx="549360" cy="360"/>
            </a:xfrm>
            <a:prstGeom prst="bentConnector2">
              <a:avLst/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93" name=""/>
            <p:cNvCxnSpPr>
              <a:stCxn id="94" idx="6"/>
              <a:endCxn id="95" idx="2"/>
            </p:cNvCxnSpPr>
            <p:nvPr/>
          </p:nvCxnSpPr>
          <p:spPr>
            <a:xfrm>
              <a:off x="538920" y="341640"/>
              <a:ext cx="721440" cy="360"/>
            </a:xfrm>
            <a:prstGeom prst="bentConnector2">
              <a:avLst/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96" name=""/>
            <p:cNvCxnSpPr>
              <a:stCxn id="97" idx="6"/>
              <a:endCxn id="98" idx="2"/>
            </p:cNvCxnSpPr>
            <p:nvPr/>
          </p:nvCxnSpPr>
          <p:spPr>
            <a:xfrm>
              <a:off x="624960" y="557640"/>
              <a:ext cx="549360" cy="360"/>
            </a:xfrm>
            <a:prstGeom prst="bentConnector2">
              <a:avLst/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99" name=""/>
            <p:cNvCxnSpPr>
              <a:stCxn id="100" idx="6"/>
              <a:endCxn id="101" idx="2"/>
            </p:cNvCxnSpPr>
            <p:nvPr/>
          </p:nvCxnSpPr>
          <p:spPr>
            <a:xfrm>
              <a:off x="849960" y="773640"/>
              <a:ext cx="99360" cy="360"/>
            </a:xfrm>
            <a:prstGeom prst="bentConnector2">
              <a:avLst/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02" name=""/>
            <p:cNvCxnSpPr>
              <a:stCxn id="103" idx="6"/>
              <a:endCxn id="104" idx="2"/>
            </p:cNvCxnSpPr>
            <p:nvPr/>
          </p:nvCxnSpPr>
          <p:spPr>
            <a:xfrm>
              <a:off x="849960" y="989640"/>
              <a:ext cx="99360" cy="360"/>
            </a:xfrm>
            <a:prstGeom prst="bentConnector2">
              <a:avLst/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05" name=""/>
            <p:cNvCxnSpPr>
              <a:stCxn id="106" idx="6"/>
              <a:endCxn id="107" idx="2"/>
            </p:cNvCxnSpPr>
            <p:nvPr/>
          </p:nvCxnSpPr>
          <p:spPr>
            <a:xfrm rot="10800000">
              <a:off x="623520" y="1205640"/>
              <a:ext cx="549360" cy="360"/>
            </a:xfrm>
            <a:prstGeom prst="bentConnector2">
              <a:avLst/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08" name=""/>
            <p:cNvCxnSpPr>
              <a:stCxn id="109" idx="6"/>
              <a:endCxn id="110" idx="2"/>
            </p:cNvCxnSpPr>
            <p:nvPr/>
          </p:nvCxnSpPr>
          <p:spPr>
            <a:xfrm rot="10800000">
              <a:off x="537480" y="1421640"/>
              <a:ext cx="721440" cy="360"/>
            </a:xfrm>
            <a:prstGeom prst="bentConnector2">
              <a:avLst/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11" name=""/>
            <p:cNvCxnSpPr>
              <a:stCxn id="112" idx="6"/>
              <a:endCxn id="113" idx="2"/>
            </p:cNvCxnSpPr>
            <p:nvPr/>
          </p:nvCxnSpPr>
          <p:spPr>
            <a:xfrm rot="10800000">
              <a:off x="623520" y="1637640"/>
              <a:ext cx="549360" cy="360"/>
            </a:xfrm>
            <a:prstGeom prst="bentConnector2">
              <a:avLst/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14" name=""/>
            <p:cNvCxnSpPr>
              <a:stCxn id="115" idx="6"/>
              <a:endCxn id="116" idx="2"/>
            </p:cNvCxnSpPr>
            <p:nvPr/>
          </p:nvCxnSpPr>
          <p:spPr>
            <a:xfrm rot="10800000">
              <a:off x="848520" y="1853640"/>
              <a:ext cx="99360" cy="360"/>
            </a:xfrm>
            <a:prstGeom prst="bentConnector2">
              <a:avLst/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17" name=""/>
            <p:cNvCxnSpPr>
              <a:stCxn id="118" idx="6"/>
              <a:endCxn id="119" idx="2"/>
            </p:cNvCxnSpPr>
            <p:nvPr/>
          </p:nvCxnSpPr>
          <p:spPr>
            <a:xfrm rot="10800000">
              <a:off x="848520" y="2069640"/>
              <a:ext cx="99360" cy="360"/>
            </a:xfrm>
            <a:prstGeom prst="bentConnector2">
              <a:avLst/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20" name=""/>
            <p:cNvCxnSpPr>
              <a:stCxn id="121" idx="6"/>
              <a:endCxn id="122" idx="2"/>
            </p:cNvCxnSpPr>
            <p:nvPr/>
          </p:nvCxnSpPr>
          <p:spPr>
            <a:xfrm>
              <a:off x="624960" y="2285640"/>
              <a:ext cx="549360" cy="360"/>
            </a:xfrm>
            <a:prstGeom prst="bentConnector2">
              <a:avLst/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23" name=""/>
            <p:cNvCxnSpPr>
              <a:stCxn id="124" idx="6"/>
              <a:endCxn id="125" idx="2"/>
            </p:cNvCxnSpPr>
            <p:nvPr/>
          </p:nvCxnSpPr>
          <p:spPr>
            <a:xfrm>
              <a:off x="538920" y="2501640"/>
              <a:ext cx="721440" cy="360"/>
            </a:xfrm>
            <a:prstGeom prst="bentConnector2">
              <a:avLst/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26" name=""/>
            <p:cNvCxnSpPr>
              <a:stCxn id="127" idx="6"/>
              <a:endCxn id="128" idx="2"/>
            </p:cNvCxnSpPr>
            <p:nvPr/>
          </p:nvCxnSpPr>
          <p:spPr>
            <a:xfrm>
              <a:off x="624960" y="2717640"/>
              <a:ext cx="549360" cy="360"/>
            </a:xfrm>
            <a:prstGeom prst="bentConnector2">
              <a:avLst/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29" name=""/>
            <p:cNvCxnSpPr>
              <a:stCxn id="130" idx="6"/>
              <a:endCxn id="131" idx="2"/>
            </p:cNvCxnSpPr>
            <p:nvPr/>
          </p:nvCxnSpPr>
          <p:spPr>
            <a:xfrm>
              <a:off x="849960" y="2933640"/>
              <a:ext cx="99360" cy="360"/>
            </a:xfrm>
            <a:prstGeom prst="bentConnector2">
              <a:avLst/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32" name=""/>
            <p:cNvCxnSpPr>
              <a:stCxn id="133" idx="6"/>
              <a:endCxn id="134" idx="2"/>
            </p:cNvCxnSpPr>
            <p:nvPr/>
          </p:nvCxnSpPr>
          <p:spPr>
            <a:xfrm>
              <a:off x="849960" y="3149640"/>
              <a:ext cx="99360" cy="360"/>
            </a:xfrm>
            <a:prstGeom prst="bentConnector2">
              <a:avLst/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35" name=""/>
            <p:cNvCxnSpPr>
              <a:stCxn id="136" idx="6"/>
              <a:endCxn id="137" idx="2"/>
            </p:cNvCxnSpPr>
            <p:nvPr/>
          </p:nvCxnSpPr>
          <p:spPr>
            <a:xfrm rot="10800000">
              <a:off x="623520" y="3365640"/>
              <a:ext cx="549360" cy="360"/>
            </a:xfrm>
            <a:prstGeom prst="bentConnector2">
              <a:avLst/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38" name=""/>
            <p:cNvCxnSpPr>
              <a:stCxn id="139" idx="6"/>
              <a:endCxn id="140" idx="2"/>
            </p:cNvCxnSpPr>
            <p:nvPr/>
          </p:nvCxnSpPr>
          <p:spPr>
            <a:xfrm rot="10800000">
              <a:off x="537480" y="3581640"/>
              <a:ext cx="721440" cy="360"/>
            </a:xfrm>
            <a:prstGeom prst="bentConnector2">
              <a:avLst/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41" name=""/>
            <p:cNvCxnSpPr>
              <a:stCxn id="142" idx="6"/>
              <a:endCxn id="143" idx="2"/>
            </p:cNvCxnSpPr>
            <p:nvPr/>
          </p:nvCxnSpPr>
          <p:spPr>
            <a:xfrm rot="10800000">
              <a:off x="623520" y="3797640"/>
              <a:ext cx="549360" cy="360"/>
            </a:xfrm>
            <a:prstGeom prst="bentConnector2">
              <a:avLst/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44" name=""/>
            <p:cNvCxnSpPr>
              <a:stCxn id="145" idx="6"/>
              <a:endCxn id="146" idx="2"/>
            </p:cNvCxnSpPr>
            <p:nvPr/>
          </p:nvCxnSpPr>
          <p:spPr>
            <a:xfrm rot="10800000">
              <a:off x="848520" y="4013640"/>
              <a:ext cx="99360" cy="360"/>
            </a:xfrm>
            <a:prstGeom prst="bentConnector2">
              <a:avLst/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47" name=""/>
            <p:cNvCxnSpPr>
              <a:stCxn id="148" idx="6"/>
              <a:endCxn id="149" idx="2"/>
            </p:cNvCxnSpPr>
            <p:nvPr/>
          </p:nvCxnSpPr>
          <p:spPr>
            <a:xfrm rot="10800000">
              <a:off x="848520" y="4229640"/>
              <a:ext cx="99360" cy="360"/>
            </a:xfrm>
            <a:prstGeom prst="bentConnector2">
              <a:avLst/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50" name=""/>
            <p:cNvCxnSpPr>
              <a:stCxn id="151" idx="6"/>
              <a:endCxn id="152" idx="2"/>
            </p:cNvCxnSpPr>
            <p:nvPr/>
          </p:nvCxnSpPr>
          <p:spPr>
            <a:xfrm>
              <a:off x="624960" y="4445640"/>
              <a:ext cx="549360" cy="360"/>
            </a:xfrm>
            <a:prstGeom prst="bentConnector2">
              <a:avLst/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53" name=""/>
            <p:cNvCxnSpPr>
              <a:stCxn id="154" idx="6"/>
              <a:endCxn id="155" idx="2"/>
            </p:cNvCxnSpPr>
            <p:nvPr/>
          </p:nvCxnSpPr>
          <p:spPr>
            <a:xfrm>
              <a:off x="538920" y="4661640"/>
              <a:ext cx="721440" cy="360"/>
            </a:xfrm>
            <a:prstGeom prst="bentConnector2">
              <a:avLst/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56" name=""/>
            <p:cNvCxnSpPr>
              <a:stCxn id="157" idx="6"/>
              <a:endCxn id="158" idx="2"/>
            </p:cNvCxnSpPr>
            <p:nvPr/>
          </p:nvCxnSpPr>
          <p:spPr>
            <a:xfrm>
              <a:off x="624960" y="4877640"/>
              <a:ext cx="549360" cy="360"/>
            </a:xfrm>
            <a:prstGeom prst="bentConnector2">
              <a:avLst/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59" name=""/>
            <p:cNvCxnSpPr>
              <a:stCxn id="160" idx="6"/>
              <a:endCxn id="161" idx="2"/>
            </p:cNvCxnSpPr>
            <p:nvPr/>
          </p:nvCxnSpPr>
          <p:spPr>
            <a:xfrm>
              <a:off x="849960" y="5093640"/>
              <a:ext cx="99360" cy="360"/>
            </a:xfrm>
            <a:prstGeom prst="bentConnector2">
              <a:avLst/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62" name=""/>
            <p:cNvCxnSpPr>
              <a:stCxn id="163" idx="6"/>
              <a:endCxn id="164" idx="2"/>
            </p:cNvCxnSpPr>
            <p:nvPr/>
          </p:nvCxnSpPr>
          <p:spPr>
            <a:xfrm>
              <a:off x="849960" y="5309640"/>
              <a:ext cx="99360" cy="360"/>
            </a:xfrm>
            <a:prstGeom prst="bentConnector2">
              <a:avLst/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65" name=""/>
            <p:cNvCxnSpPr>
              <a:stCxn id="166" idx="6"/>
              <a:endCxn id="167" idx="2"/>
            </p:cNvCxnSpPr>
            <p:nvPr/>
          </p:nvCxnSpPr>
          <p:spPr>
            <a:xfrm rot="10800000">
              <a:off x="623520" y="5525640"/>
              <a:ext cx="549360" cy="360"/>
            </a:xfrm>
            <a:prstGeom prst="bentConnector2">
              <a:avLst/>
            </a:prstGeom>
            <a:ln w="18000">
              <a:solidFill>
                <a:srgbClr val="2a6099"/>
              </a:solidFill>
              <a:round/>
            </a:ln>
          </p:spPr>
        </p:cxnSp>
        <p:cxnSp>
          <p:nvCxnSpPr>
            <p:cNvPr id="168" name=""/>
            <p:cNvCxnSpPr>
              <a:stCxn id="169" idx="6"/>
              <a:endCxn id="170" idx="2"/>
            </p:cNvCxnSpPr>
            <p:nvPr/>
          </p:nvCxnSpPr>
          <p:spPr>
            <a:xfrm rot="10800000">
              <a:off x="537480" y="5741640"/>
              <a:ext cx="721440" cy="360"/>
            </a:xfrm>
            <a:prstGeom prst="bentConnector2">
              <a:avLst/>
            </a:prstGeom>
            <a:ln w="18000">
              <a:solidFill>
                <a:srgbClr val="2a6099"/>
              </a:solidFill>
              <a:round/>
            </a:ln>
          </p:spPr>
        </p:cxnSp>
        <p:sp>
          <p:nvSpPr>
            <p:cNvPr id="91" name=""/>
            <p:cNvSpPr/>
            <p:nvPr/>
          </p:nvSpPr>
          <p:spPr>
            <a:xfrm>
              <a:off x="446040" y="36000"/>
              <a:ext cx="178920" cy="17892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92" name=""/>
            <p:cNvSpPr/>
            <p:nvPr/>
          </p:nvSpPr>
          <p:spPr>
            <a:xfrm>
              <a:off x="1173960" y="36000"/>
              <a:ext cx="178920" cy="17892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94" name=""/>
            <p:cNvSpPr/>
            <p:nvPr/>
          </p:nvSpPr>
          <p:spPr>
            <a:xfrm>
              <a:off x="360000" y="252000"/>
              <a:ext cx="178920" cy="17892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95" name=""/>
            <p:cNvSpPr/>
            <p:nvPr/>
          </p:nvSpPr>
          <p:spPr>
            <a:xfrm>
              <a:off x="1260000" y="252000"/>
              <a:ext cx="178920" cy="17892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97" name=""/>
            <p:cNvSpPr/>
            <p:nvPr/>
          </p:nvSpPr>
          <p:spPr>
            <a:xfrm>
              <a:off x="446040" y="468000"/>
              <a:ext cx="178920" cy="17892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98" name=""/>
            <p:cNvSpPr/>
            <p:nvPr/>
          </p:nvSpPr>
          <p:spPr>
            <a:xfrm>
              <a:off x="1173960" y="468000"/>
              <a:ext cx="178920" cy="17892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100" name=""/>
            <p:cNvSpPr/>
            <p:nvPr/>
          </p:nvSpPr>
          <p:spPr>
            <a:xfrm>
              <a:off x="671040" y="684000"/>
              <a:ext cx="178920" cy="17892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101" name=""/>
            <p:cNvSpPr/>
            <p:nvPr/>
          </p:nvSpPr>
          <p:spPr>
            <a:xfrm>
              <a:off x="948960" y="684000"/>
              <a:ext cx="178920" cy="17892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104" name=""/>
            <p:cNvSpPr/>
            <p:nvPr/>
          </p:nvSpPr>
          <p:spPr>
            <a:xfrm>
              <a:off x="948960" y="900000"/>
              <a:ext cx="178920" cy="17892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103" name=""/>
            <p:cNvSpPr/>
            <p:nvPr/>
          </p:nvSpPr>
          <p:spPr>
            <a:xfrm>
              <a:off x="671040" y="900000"/>
              <a:ext cx="178920" cy="17892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106" name=""/>
            <p:cNvSpPr/>
            <p:nvPr/>
          </p:nvSpPr>
          <p:spPr>
            <a:xfrm flipH="1">
              <a:off x="1172520" y="1116000"/>
              <a:ext cx="178920" cy="17892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107" name=""/>
            <p:cNvSpPr/>
            <p:nvPr/>
          </p:nvSpPr>
          <p:spPr>
            <a:xfrm flipH="1">
              <a:off x="444600" y="1116000"/>
              <a:ext cx="178920" cy="17892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109" name=""/>
            <p:cNvSpPr/>
            <p:nvPr/>
          </p:nvSpPr>
          <p:spPr>
            <a:xfrm flipH="1">
              <a:off x="1258560" y="1332000"/>
              <a:ext cx="178920" cy="17892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110" name=""/>
            <p:cNvSpPr/>
            <p:nvPr/>
          </p:nvSpPr>
          <p:spPr>
            <a:xfrm flipH="1">
              <a:off x="358560" y="1332000"/>
              <a:ext cx="178920" cy="17892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112" name=""/>
            <p:cNvSpPr/>
            <p:nvPr/>
          </p:nvSpPr>
          <p:spPr>
            <a:xfrm flipH="1">
              <a:off x="1172520" y="1548000"/>
              <a:ext cx="178920" cy="17892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113" name=""/>
            <p:cNvSpPr/>
            <p:nvPr/>
          </p:nvSpPr>
          <p:spPr>
            <a:xfrm flipH="1">
              <a:off x="444600" y="1548000"/>
              <a:ext cx="178920" cy="17892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115" name=""/>
            <p:cNvSpPr/>
            <p:nvPr/>
          </p:nvSpPr>
          <p:spPr>
            <a:xfrm flipH="1">
              <a:off x="947520" y="1764000"/>
              <a:ext cx="178920" cy="178920"/>
            </a:xfrm>
            <a:prstGeom prst="ellipse">
              <a:avLst/>
            </a:prstGeom>
            <a:solidFill>
              <a:srgbClr val="afb6bd"/>
            </a:solidFill>
            <a:ln w="144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116" name=""/>
            <p:cNvSpPr/>
            <p:nvPr/>
          </p:nvSpPr>
          <p:spPr>
            <a:xfrm flipH="1">
              <a:off x="669600" y="1764000"/>
              <a:ext cx="178920" cy="178920"/>
            </a:xfrm>
            <a:prstGeom prst="ellipse">
              <a:avLst/>
            </a:prstGeom>
            <a:solidFill>
              <a:srgbClr val="ffd8ce"/>
            </a:solidFill>
            <a:ln w="216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119" name=""/>
            <p:cNvSpPr/>
            <p:nvPr/>
          </p:nvSpPr>
          <p:spPr>
            <a:xfrm flipH="1">
              <a:off x="669600" y="1980000"/>
              <a:ext cx="178920" cy="178920"/>
            </a:xfrm>
            <a:prstGeom prst="ellipse">
              <a:avLst/>
            </a:prstGeom>
            <a:solidFill>
              <a:srgbClr val="afb6bd"/>
            </a:solidFill>
            <a:ln w="144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118" name=""/>
            <p:cNvSpPr/>
            <p:nvPr/>
          </p:nvSpPr>
          <p:spPr>
            <a:xfrm flipH="1">
              <a:off x="947520" y="1980000"/>
              <a:ext cx="178920" cy="178920"/>
            </a:xfrm>
            <a:prstGeom prst="ellipse">
              <a:avLst/>
            </a:prstGeom>
            <a:solidFill>
              <a:srgbClr val="ffd8ce"/>
            </a:solidFill>
            <a:ln w="216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121" name=""/>
            <p:cNvSpPr/>
            <p:nvPr/>
          </p:nvSpPr>
          <p:spPr>
            <a:xfrm>
              <a:off x="446040" y="2196000"/>
              <a:ext cx="178920" cy="17892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122" name=""/>
            <p:cNvSpPr/>
            <p:nvPr/>
          </p:nvSpPr>
          <p:spPr>
            <a:xfrm>
              <a:off x="1173960" y="2196000"/>
              <a:ext cx="178920" cy="17892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124" name=""/>
            <p:cNvSpPr/>
            <p:nvPr/>
          </p:nvSpPr>
          <p:spPr>
            <a:xfrm>
              <a:off x="360000" y="2412000"/>
              <a:ext cx="178920" cy="17892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125" name=""/>
            <p:cNvSpPr/>
            <p:nvPr/>
          </p:nvSpPr>
          <p:spPr>
            <a:xfrm>
              <a:off x="1260000" y="2412000"/>
              <a:ext cx="178920" cy="17892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127" name=""/>
            <p:cNvSpPr/>
            <p:nvPr/>
          </p:nvSpPr>
          <p:spPr>
            <a:xfrm>
              <a:off x="446040" y="2628000"/>
              <a:ext cx="178920" cy="17892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128" name=""/>
            <p:cNvSpPr/>
            <p:nvPr/>
          </p:nvSpPr>
          <p:spPr>
            <a:xfrm>
              <a:off x="1173960" y="2628000"/>
              <a:ext cx="178920" cy="17892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130" name=""/>
            <p:cNvSpPr/>
            <p:nvPr/>
          </p:nvSpPr>
          <p:spPr>
            <a:xfrm>
              <a:off x="671040" y="2844000"/>
              <a:ext cx="178920" cy="17892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131" name=""/>
            <p:cNvSpPr/>
            <p:nvPr/>
          </p:nvSpPr>
          <p:spPr>
            <a:xfrm>
              <a:off x="948960" y="2844000"/>
              <a:ext cx="178920" cy="17892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134" name=""/>
            <p:cNvSpPr/>
            <p:nvPr/>
          </p:nvSpPr>
          <p:spPr>
            <a:xfrm>
              <a:off x="948960" y="3060000"/>
              <a:ext cx="178920" cy="17892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133" name=""/>
            <p:cNvSpPr/>
            <p:nvPr/>
          </p:nvSpPr>
          <p:spPr>
            <a:xfrm>
              <a:off x="671040" y="3060000"/>
              <a:ext cx="178920" cy="17892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136" name=""/>
            <p:cNvSpPr/>
            <p:nvPr/>
          </p:nvSpPr>
          <p:spPr>
            <a:xfrm flipH="1">
              <a:off x="1172520" y="3276000"/>
              <a:ext cx="178920" cy="17892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137" name=""/>
            <p:cNvSpPr/>
            <p:nvPr/>
          </p:nvSpPr>
          <p:spPr>
            <a:xfrm flipH="1">
              <a:off x="444600" y="3276000"/>
              <a:ext cx="178920" cy="17892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139" name=""/>
            <p:cNvSpPr/>
            <p:nvPr/>
          </p:nvSpPr>
          <p:spPr>
            <a:xfrm flipH="1">
              <a:off x="1258560" y="3492000"/>
              <a:ext cx="178920" cy="17892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140" name=""/>
            <p:cNvSpPr/>
            <p:nvPr/>
          </p:nvSpPr>
          <p:spPr>
            <a:xfrm flipH="1">
              <a:off x="358560" y="3492000"/>
              <a:ext cx="178920" cy="17892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142" name=""/>
            <p:cNvSpPr/>
            <p:nvPr/>
          </p:nvSpPr>
          <p:spPr>
            <a:xfrm flipH="1">
              <a:off x="1172520" y="3708000"/>
              <a:ext cx="178920" cy="17892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143" name=""/>
            <p:cNvSpPr/>
            <p:nvPr/>
          </p:nvSpPr>
          <p:spPr>
            <a:xfrm flipH="1">
              <a:off x="444600" y="3708000"/>
              <a:ext cx="178920" cy="17892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145" name=""/>
            <p:cNvSpPr/>
            <p:nvPr/>
          </p:nvSpPr>
          <p:spPr>
            <a:xfrm flipH="1">
              <a:off x="947520" y="3924000"/>
              <a:ext cx="178920" cy="178920"/>
            </a:xfrm>
            <a:prstGeom prst="ellipse">
              <a:avLst/>
            </a:prstGeom>
            <a:solidFill>
              <a:srgbClr val="afb6bd"/>
            </a:solidFill>
            <a:ln w="144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146" name=""/>
            <p:cNvSpPr/>
            <p:nvPr/>
          </p:nvSpPr>
          <p:spPr>
            <a:xfrm flipH="1">
              <a:off x="669600" y="3924000"/>
              <a:ext cx="178920" cy="178920"/>
            </a:xfrm>
            <a:prstGeom prst="ellipse">
              <a:avLst/>
            </a:prstGeom>
            <a:solidFill>
              <a:srgbClr val="ffd8ce"/>
            </a:solidFill>
            <a:ln w="216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149" name=""/>
            <p:cNvSpPr/>
            <p:nvPr/>
          </p:nvSpPr>
          <p:spPr>
            <a:xfrm flipH="1">
              <a:off x="669600" y="4140000"/>
              <a:ext cx="178920" cy="178920"/>
            </a:xfrm>
            <a:prstGeom prst="ellipse">
              <a:avLst/>
            </a:prstGeom>
            <a:solidFill>
              <a:srgbClr val="afb6bd"/>
            </a:solidFill>
            <a:ln w="144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148" name=""/>
            <p:cNvSpPr/>
            <p:nvPr/>
          </p:nvSpPr>
          <p:spPr>
            <a:xfrm flipH="1">
              <a:off x="947520" y="4140000"/>
              <a:ext cx="178920" cy="178920"/>
            </a:xfrm>
            <a:prstGeom prst="ellipse">
              <a:avLst/>
            </a:prstGeom>
            <a:solidFill>
              <a:srgbClr val="ffd8ce"/>
            </a:solidFill>
            <a:ln w="216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151" name=""/>
            <p:cNvSpPr/>
            <p:nvPr/>
          </p:nvSpPr>
          <p:spPr>
            <a:xfrm>
              <a:off x="446040" y="4356000"/>
              <a:ext cx="178920" cy="178920"/>
            </a:xfrm>
            <a:prstGeom prst="ellipse">
              <a:avLst/>
            </a:prstGeom>
            <a:solidFill>
              <a:srgbClr val="bcc2c9"/>
            </a:solidFill>
            <a:ln w="162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152" name=""/>
            <p:cNvSpPr/>
            <p:nvPr/>
          </p:nvSpPr>
          <p:spPr>
            <a:xfrm>
              <a:off x="1173960" y="4356000"/>
              <a:ext cx="178920" cy="178920"/>
            </a:xfrm>
            <a:prstGeom prst="ellipse">
              <a:avLst/>
            </a:prstGeom>
            <a:solidFill>
              <a:srgbClr val="f2cdc4"/>
            </a:solidFill>
            <a:ln w="198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154" name=""/>
            <p:cNvSpPr/>
            <p:nvPr/>
          </p:nvSpPr>
          <p:spPr>
            <a:xfrm>
              <a:off x="360000" y="4572000"/>
              <a:ext cx="178920" cy="17892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155" name=""/>
            <p:cNvSpPr/>
            <p:nvPr/>
          </p:nvSpPr>
          <p:spPr>
            <a:xfrm>
              <a:off x="1260000" y="4572000"/>
              <a:ext cx="178920" cy="17892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157" name=""/>
            <p:cNvSpPr/>
            <p:nvPr/>
          </p:nvSpPr>
          <p:spPr>
            <a:xfrm>
              <a:off x="446040" y="4788000"/>
              <a:ext cx="178920" cy="17892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158" name=""/>
            <p:cNvSpPr/>
            <p:nvPr/>
          </p:nvSpPr>
          <p:spPr>
            <a:xfrm>
              <a:off x="1173960" y="4788000"/>
              <a:ext cx="178920" cy="17892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160" name=""/>
            <p:cNvSpPr/>
            <p:nvPr/>
          </p:nvSpPr>
          <p:spPr>
            <a:xfrm>
              <a:off x="671040" y="5004000"/>
              <a:ext cx="178920" cy="17892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161" name=""/>
            <p:cNvSpPr/>
            <p:nvPr/>
          </p:nvSpPr>
          <p:spPr>
            <a:xfrm>
              <a:off x="948960" y="5004000"/>
              <a:ext cx="178920" cy="17892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164" name=""/>
            <p:cNvSpPr/>
            <p:nvPr/>
          </p:nvSpPr>
          <p:spPr>
            <a:xfrm>
              <a:off x="948960" y="5220000"/>
              <a:ext cx="178920" cy="178920"/>
            </a:xfrm>
            <a:prstGeom prst="ellipse">
              <a:avLst/>
            </a:prstGeom>
            <a:solidFill>
              <a:srgbClr val="dee6ef"/>
            </a:solidFill>
            <a:ln w="216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1800" rIns="91800" tIns="46800" bIns="468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163" name=""/>
            <p:cNvSpPr/>
            <p:nvPr/>
          </p:nvSpPr>
          <p:spPr>
            <a:xfrm>
              <a:off x="671040" y="5220000"/>
              <a:ext cx="178920" cy="178920"/>
            </a:xfrm>
            <a:prstGeom prst="ellipse">
              <a:avLst/>
            </a:prstGeom>
            <a:solidFill>
              <a:srgbClr val="ccada5"/>
            </a:solidFill>
            <a:ln w="144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8200" rIns="88200" tIns="43200" bIns="432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166" name=""/>
            <p:cNvSpPr/>
            <p:nvPr/>
          </p:nvSpPr>
          <p:spPr>
            <a:xfrm flipH="1">
              <a:off x="1172520" y="5436000"/>
              <a:ext cx="178920" cy="178920"/>
            </a:xfrm>
            <a:prstGeom prst="ellipse">
              <a:avLst/>
            </a:prstGeom>
            <a:solidFill>
              <a:srgbClr val="d3dae3"/>
            </a:solidFill>
            <a:ln w="198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720" rIns="9072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167" name=""/>
            <p:cNvSpPr/>
            <p:nvPr/>
          </p:nvSpPr>
          <p:spPr>
            <a:xfrm flipH="1">
              <a:off x="444600" y="5436000"/>
              <a:ext cx="178920" cy="178920"/>
            </a:xfrm>
            <a:prstGeom prst="ellipse">
              <a:avLst/>
            </a:prstGeom>
            <a:solidFill>
              <a:srgbClr val="d9b8af"/>
            </a:solidFill>
            <a:ln w="162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89280" rIns="89280" tIns="44280" bIns="4428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169" name=""/>
            <p:cNvSpPr/>
            <p:nvPr/>
          </p:nvSpPr>
          <p:spPr>
            <a:xfrm flipH="1">
              <a:off x="1258560" y="5652000"/>
              <a:ext cx="178920" cy="178920"/>
            </a:xfrm>
            <a:prstGeom prst="ellipse">
              <a:avLst/>
            </a:prstGeom>
            <a:solidFill>
              <a:srgbClr val="c7ced6"/>
            </a:solidFill>
            <a:ln w="18000">
              <a:solidFill>
                <a:srgbClr val="2a609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  <p:sp>
          <p:nvSpPr>
            <p:cNvPr id="170" name=""/>
            <p:cNvSpPr/>
            <p:nvPr/>
          </p:nvSpPr>
          <p:spPr>
            <a:xfrm flipH="1">
              <a:off x="358560" y="5652000"/>
              <a:ext cx="178920" cy="178920"/>
            </a:xfrm>
            <a:prstGeom prst="ellipse">
              <a:avLst/>
            </a:prstGeom>
            <a:solidFill>
              <a:srgbClr val="e6c2b9"/>
            </a:solidFill>
            <a:ln w="18000">
              <a:solidFill>
                <a:srgbClr val="ff4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Times New Roman"/>
                <a:ea typeface="DejaVu Sans"/>
              </a:endParaRPr>
            </a:p>
          </p:txBody>
        </p:sp>
      </p:grpSp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098920" cy="93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D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 type="ftr" idx="4"/>
          </p:nvPr>
        </p:nvSpPr>
        <p:spPr>
          <a:xfrm>
            <a:off x="3987000" y="5164920"/>
            <a:ext cx="319392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D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sldNum" idx="5"/>
          </p:nvPr>
        </p:nvSpPr>
        <p:spPr>
          <a:xfrm>
            <a:off x="7227000" y="516492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0C00B38-7A03-4E1D-8584-1CA622B6DB73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ID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" name="PlaceHolder 4"/>
          <p:cNvSpPr>
            <a:spLocks noGrp="1"/>
          </p:cNvSpPr>
          <p:nvPr>
            <p:ph type="dt" idx="6"/>
          </p:nvPr>
        </p:nvSpPr>
        <p:spPr>
          <a:xfrm>
            <a:off x="1584000" y="5164920"/>
            <a:ext cx="2347200" cy="389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D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5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D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D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D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D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D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D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D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image" Target="../media/image2.wmf"/><Relationship Id="rId3" Type="http://schemas.openxmlformats.org/officeDocument/2006/relationships/image" Target="../media/image3.wmf"/><Relationship Id="rId4" Type="http://schemas.openxmlformats.org/officeDocument/2006/relationships/image" Target="../media/image4.wmf"/><Relationship Id="rId5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6.jpeg"/><Relationship Id="rId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hyperlink" Target="https://www.kaggle.com/code/engrshabir/fuzzy-c-mean-clustering-algorithm" TargetMode="External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1501200" y="1001880"/>
            <a:ext cx="8098920" cy="93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93333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300" spc="-1" strike="noStrike">
                <a:solidFill>
                  <a:srgbClr val="000000"/>
                </a:solidFill>
                <a:latin typeface="Times New Roman"/>
              </a:rPr>
              <a:t>Clustering of High-Achieving Students Using Fuzzy C-Means</a:t>
            </a:r>
            <a:endParaRPr b="0" lang="en-ID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subTitle"/>
          </p:nvPr>
        </p:nvSpPr>
        <p:spPr>
          <a:xfrm>
            <a:off x="1600200" y="1661040"/>
            <a:ext cx="8098920" cy="328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endParaRPr b="0" lang="en-ID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endParaRPr b="0" lang="en-ID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100" spc="-1" strike="noStrike">
                <a:solidFill>
                  <a:srgbClr val="000000"/>
                </a:solidFill>
                <a:latin typeface="Times New Roman"/>
              </a:rPr>
              <a:t>Nawindah</a:t>
            </a:r>
            <a:endParaRPr b="0" lang="en-ID" sz="21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100" spc="-1" strike="noStrike">
                <a:solidFill>
                  <a:srgbClr val="000000"/>
                </a:solidFill>
                <a:latin typeface="Times New Roman"/>
              </a:rPr>
              <a:t>Universitas Budi Luhur</a:t>
            </a:r>
            <a:endParaRPr b="0" lang="en-ID" sz="21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100" spc="-1" strike="noStrike">
                <a:solidFill>
                  <a:srgbClr val="000000"/>
                </a:solidFill>
                <a:latin typeface="Times New Roman"/>
              </a:rPr>
              <a:t>  </a:t>
            </a:r>
            <a:r>
              <a:rPr b="1" lang="en-US" sz="2100" spc="-1" strike="noStrike">
                <a:solidFill>
                  <a:srgbClr val="000000"/>
                </a:solidFill>
                <a:latin typeface="Times New Roman"/>
              </a:rPr>
              <a:t>E-mail : nawindah@budiluhur.ac.id</a:t>
            </a:r>
            <a:endParaRPr b="0" lang="en-ID" sz="21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endParaRPr b="0" lang="en-ID" sz="21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100" spc="-1" strike="noStrike">
                <a:solidFill>
                  <a:srgbClr val="000000"/>
                </a:solidFill>
                <a:latin typeface="Times New Roman"/>
              </a:rPr>
              <a:t>Dec 13th-14th,2025</a:t>
            </a:r>
            <a:endParaRPr b="0" lang="en-ID" sz="21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100" spc="-1" strike="noStrike">
                <a:solidFill>
                  <a:srgbClr val="000000"/>
                </a:solidFill>
                <a:latin typeface="Times New Roman"/>
              </a:rPr>
              <a:t>Trilogi University,Jakarta </a:t>
            </a:r>
            <a:endParaRPr b="0" lang="en-ID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"/>
          <p:cNvSpPr/>
          <p:nvPr/>
        </p:nvSpPr>
        <p:spPr>
          <a:xfrm>
            <a:off x="4800600" y="369720"/>
            <a:ext cx="2742120" cy="45540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Pycon ID 2025</a:t>
            </a:r>
            <a:endParaRPr b="0" lang="en-ID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02D9F6F-F6D2-42E0-8664-E18BED06EB51}" type="slidenum">
              <a:t>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098920" cy="93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rgbClr val="050505"/>
                </a:solidFill>
                <a:latin typeface="Times New Roman"/>
              </a:rPr>
              <a:t>Basic Concepts Fuzzy C Means</a:t>
            </a:r>
            <a:endParaRPr b="0" lang="en-ID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09892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333"/>
          </a:bodyPr>
          <a:p>
            <a:pPr marL="432000" indent="-324000">
              <a:lnSpc>
                <a:spcPct val="100000"/>
              </a:lnSpc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50505"/>
                </a:solidFill>
                <a:latin typeface="Times New Roman"/>
              </a:rPr>
              <a:t>Data is located in more than one cluster.</a:t>
            </a:r>
            <a:endParaRPr b="0" lang="en-ID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50505"/>
                </a:solidFill>
                <a:latin typeface="Times New Roman"/>
              </a:rPr>
              <a:t>Each data in a cluster has a weight.</a:t>
            </a:r>
            <a:endParaRPr b="0" lang="en-ID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50505"/>
                </a:solidFill>
                <a:latin typeface="Times New Roman"/>
              </a:rPr>
              <a:t>The concept used are fuzzy logic and fuzzy set.</a:t>
            </a:r>
            <a:endParaRPr b="0" lang="en-ID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50505"/>
                </a:solidFill>
                <a:latin typeface="Times New Roman"/>
              </a:rPr>
              <a:t>Fuzzy logic was first developed by Lotfi Zadeh through his writing in 1965 entitled “Fuzzy Set”. </a:t>
            </a:r>
            <a:endParaRPr b="0" lang="en-ID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50505"/>
                </a:solidFill>
                <a:latin typeface="Times New Roman"/>
              </a:rPr>
              <a:t>A fuzzy set is a mathematical model derived from vague qualitative or quantitative data, often generated through natural language. Its membership value is between 0 and 1.</a:t>
            </a:r>
            <a:endParaRPr b="0" lang="en-ID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4CC7641-636A-4C63-BF0F-D384F2FD772F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098920" cy="93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rgbClr val="050505"/>
                </a:solidFill>
                <a:latin typeface="Times New Roman"/>
              </a:rPr>
              <a:t>Fuzzy C Means Algorithm</a:t>
            </a:r>
            <a:endParaRPr b="0" lang="en-ID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09892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111" lnSpcReduction="10000"/>
          </a:bodyPr>
          <a:p>
            <a:pPr marL="432000" indent="-324000">
              <a:lnSpc>
                <a:spcPct val="100000"/>
              </a:lnSpc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50505"/>
                </a:solidFill>
                <a:latin typeface="Times New Roman"/>
              </a:rPr>
              <a:t>Enter the data to be grouped </a:t>
            </a:r>
            <a:r>
              <a:rPr b="0" i="1" lang="en-US" sz="2400" spc="-1" strike="noStrike">
                <a:solidFill>
                  <a:srgbClr val="050505"/>
                </a:solidFill>
                <a:latin typeface="Times New Roman"/>
              </a:rPr>
              <a:t>X</a:t>
            </a:r>
            <a:r>
              <a:rPr b="0" lang="en-US" sz="2400" spc="-1" strike="noStrike">
                <a:solidFill>
                  <a:srgbClr val="050505"/>
                </a:solidFill>
                <a:latin typeface="Times New Roman"/>
              </a:rPr>
              <a:t>, in the form of an </a:t>
            </a:r>
            <a:r>
              <a:rPr b="0" i="1" lang="en-US" sz="2400" spc="-1" strike="noStrike">
                <a:solidFill>
                  <a:srgbClr val="050505"/>
                </a:solidFill>
                <a:latin typeface="Times New Roman"/>
              </a:rPr>
              <a:t>nxm</a:t>
            </a:r>
            <a:r>
              <a:rPr b="0" lang="en-US" sz="2400" spc="-1" strike="noStrike">
                <a:solidFill>
                  <a:srgbClr val="050505"/>
                </a:solidFill>
                <a:latin typeface="Times New Roman"/>
              </a:rPr>
              <a:t> matrix</a:t>
            </a:r>
            <a:endParaRPr b="0" lang="en-ID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50505"/>
                </a:solidFill>
                <a:latin typeface="Times New Roman"/>
              </a:rPr>
              <a:t>Determine: number of cluster, bobot, maximum iteration, expected smallest error, initial objective function, initial iteration.</a:t>
            </a:r>
            <a:endParaRPr b="0" lang="en-ID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50505"/>
                </a:solidFill>
                <a:latin typeface="Times New Roman"/>
              </a:rPr>
              <a:t>Generate random numbers with and are the elements of the initial partition matrix .</a:t>
            </a:r>
            <a:endParaRPr b="0" lang="en-ID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Calculate the k cluster center:</a:t>
            </a:r>
            <a:endParaRPr b="0" lang="en-ID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Calculate the objective function in the iteration</a:t>
            </a:r>
            <a:endParaRPr b="0" lang="en-ID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Calculate the change of partition matrix</a:t>
            </a:r>
            <a:endParaRPr b="0" lang="en-ID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"/>
          <p:cNvSpPr/>
          <p:nvPr/>
        </p:nvSpPr>
        <p:spPr>
          <a:xfrm>
            <a:off x="4318920" y="2743200"/>
            <a:ext cx="480600" cy="405720"/>
          </a:xfrm>
          <a:prstGeom prst="rect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6" name=""/>
          <p:cNvSpPr/>
          <p:nvPr/>
        </p:nvSpPr>
        <p:spPr>
          <a:xfrm>
            <a:off x="5624640" y="2809080"/>
            <a:ext cx="1232280" cy="847440"/>
          </a:xfrm>
          <a:prstGeom prst="rect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7" name=""/>
          <p:cNvSpPr/>
          <p:nvPr/>
        </p:nvSpPr>
        <p:spPr>
          <a:xfrm>
            <a:off x="7452360" y="3386880"/>
            <a:ext cx="1982880" cy="411840"/>
          </a:xfrm>
          <a:prstGeom prst="rect">
            <a:avLst/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8" name=""/>
          <p:cNvSpPr/>
          <p:nvPr/>
        </p:nvSpPr>
        <p:spPr>
          <a:xfrm>
            <a:off x="6858000" y="4114800"/>
            <a:ext cx="1743480" cy="875520"/>
          </a:xfrm>
          <a:prstGeom prst="rect">
            <a:avLst/>
          </a:pr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72D749F-6253-4C17-8F92-EEB43BE1248E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098920" cy="93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rgbClr val="050505"/>
                </a:solidFill>
                <a:latin typeface="Times New Roman"/>
              </a:rPr>
              <a:t>Fuzzy C Means Algorithm</a:t>
            </a:r>
            <a:endParaRPr b="0" lang="en-ID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09892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3333"/>
          </a:bodyPr>
          <a:p>
            <a:pPr marL="432000" indent="-324000">
              <a:lnSpc>
                <a:spcPct val="100000"/>
              </a:lnSpc>
              <a:spcAft>
                <a:spcPts val="1060"/>
              </a:spcAft>
              <a:buClr>
                <a:srgbClr val="000000"/>
              </a:buClr>
              <a:buFont typeface="OpenSymbol"/>
              <a:buAutoNum type="arabicParenR"/>
            </a:pPr>
            <a:r>
              <a:rPr b="0" lang="en-US" sz="2400" spc="-1" strike="noStrike">
                <a:solidFill>
                  <a:srgbClr val="050505"/>
                </a:solidFill>
                <a:latin typeface="Times New Roman"/>
              </a:rPr>
              <a:t>Select an initial fuzzy pseudo-partition, e.e., assign values to all </a:t>
            </a:r>
            <a:r>
              <a:rPr b="0" i="1" lang="en-US" sz="2400" spc="-1" strike="noStrike">
                <a:solidFill>
                  <a:srgbClr val="050505"/>
                </a:solidFill>
                <a:latin typeface="Times New Roman"/>
              </a:rPr>
              <a:t>Wij</a:t>
            </a:r>
            <a:endParaRPr b="0" lang="en-ID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60"/>
              </a:spcAft>
              <a:buClr>
                <a:srgbClr val="000000"/>
              </a:buClr>
              <a:buFont typeface="OpenSymbol"/>
              <a:buAutoNum type="arabicParenR"/>
            </a:pPr>
            <a:r>
              <a:rPr b="0" lang="en-US" sz="2400" spc="-1" strike="noStrike">
                <a:solidFill>
                  <a:srgbClr val="050505"/>
                </a:solidFill>
                <a:latin typeface="Times New Roman"/>
              </a:rPr>
              <a:t>Repeat</a:t>
            </a:r>
            <a:endParaRPr b="0" lang="en-ID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60"/>
              </a:spcAft>
              <a:buClr>
                <a:srgbClr val="000000"/>
              </a:buClr>
              <a:buFont typeface="OpenSymbol"/>
              <a:buAutoNum type="arabicParenR"/>
            </a:pPr>
            <a:r>
              <a:rPr b="0" lang="en-US" sz="2400" spc="-1" strike="noStrike">
                <a:solidFill>
                  <a:srgbClr val="050505"/>
                </a:solidFill>
                <a:latin typeface="Times New Roman"/>
              </a:rPr>
              <a:t>compute the centroid of each cluster using the fuzzy partition</a:t>
            </a:r>
            <a:endParaRPr b="0" lang="en-ID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60"/>
              </a:spcAft>
              <a:buClr>
                <a:srgbClr val="000000"/>
              </a:buClr>
              <a:buFont typeface="OpenSymbol"/>
              <a:buAutoNum type="arabicParenR"/>
            </a:pPr>
            <a:r>
              <a:rPr b="0" lang="en-US" sz="2400" spc="-1" strike="noStrike">
                <a:solidFill>
                  <a:srgbClr val="050505"/>
                </a:solidFill>
                <a:latin typeface="Times New Roman"/>
              </a:rPr>
              <a:t>Update the fuzzy partition i.e. the </a:t>
            </a:r>
            <a:r>
              <a:rPr b="0" i="1" lang="en-US" sz="2400" spc="-1" strike="noStrike">
                <a:solidFill>
                  <a:srgbClr val="050505"/>
                </a:solidFill>
                <a:latin typeface="Times New Roman"/>
              </a:rPr>
              <a:t>Wij</a:t>
            </a:r>
            <a:endParaRPr b="0" lang="en-ID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60"/>
              </a:spcAft>
              <a:buClr>
                <a:srgbClr val="000000"/>
              </a:buClr>
              <a:buFont typeface="OpenSymbol"/>
              <a:buAutoNum type="arabicParenR"/>
            </a:pPr>
            <a:r>
              <a:rPr b="0" lang="en-US" sz="2400" spc="-1" strike="noStrike">
                <a:solidFill>
                  <a:srgbClr val="050505"/>
                </a:solidFill>
                <a:latin typeface="Times New Roman"/>
              </a:rPr>
              <a:t>Until the centroid don’t change</a:t>
            </a:r>
            <a:endParaRPr b="0" lang="en-ID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Aft>
                <a:spcPts val="848"/>
              </a:spcAft>
              <a:buNone/>
              <a:tabLst>
                <a:tab algn="l" pos="0"/>
              </a:tabLst>
            </a:pPr>
            <a:r>
              <a:rPr b="0" lang="en-US" sz="2100" spc="-1" strike="noStrike">
                <a:solidFill>
                  <a:srgbClr val="050505"/>
                </a:solidFill>
                <a:latin typeface="Times New Roman"/>
              </a:rPr>
              <a:t>There’s alternative stopping criteria. Ex.” change in the error is bellow a specified threshold”, or “absolute change in any </a:t>
            </a:r>
            <a:r>
              <a:rPr b="0" i="1" lang="en-US" sz="2100" spc="-1" strike="noStrike">
                <a:solidFill>
                  <a:srgbClr val="050505"/>
                </a:solidFill>
                <a:latin typeface="Times New Roman"/>
              </a:rPr>
              <a:t>Wij</a:t>
            </a:r>
            <a:r>
              <a:rPr b="0" lang="en-US" sz="2100" spc="-1" strike="noStrike">
                <a:solidFill>
                  <a:srgbClr val="050505"/>
                </a:solidFill>
                <a:latin typeface="Times New Roman"/>
              </a:rPr>
              <a:t> is below a given threshold”</a:t>
            </a:r>
            <a:endParaRPr b="0" lang="en-ID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0D2A414-1CD5-42B3-8FD9-245418FE024D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098920" cy="93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rgbClr val="050505"/>
                </a:solidFill>
                <a:latin typeface="Times New Roman"/>
              </a:rPr>
              <a:t>Data</a:t>
            </a:r>
            <a:endParaRPr b="0" lang="en-ID" sz="3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2" name="" descr=""/>
          <p:cNvPicPr/>
          <p:nvPr/>
        </p:nvPicPr>
        <p:blipFill>
          <a:blip r:embed="rId1"/>
          <a:stretch/>
        </p:blipFill>
        <p:spPr>
          <a:xfrm>
            <a:off x="1620000" y="1152000"/>
            <a:ext cx="4164840" cy="3427920"/>
          </a:xfrm>
          <a:prstGeom prst="rect">
            <a:avLst/>
          </a:prstGeom>
          <a:ln w="18000">
            <a:noFill/>
          </a:ln>
        </p:spPr>
      </p:pic>
      <p:pic>
        <p:nvPicPr>
          <p:cNvPr id="193" name="" descr=""/>
          <p:cNvPicPr/>
          <p:nvPr/>
        </p:nvPicPr>
        <p:blipFill>
          <a:blip r:embed="rId2"/>
          <a:stretch/>
        </p:blipFill>
        <p:spPr>
          <a:xfrm>
            <a:off x="6172200" y="1200600"/>
            <a:ext cx="3522960" cy="3141720"/>
          </a:xfrm>
          <a:prstGeom prst="rect">
            <a:avLst/>
          </a:prstGeom>
          <a:ln w="18000">
            <a:noFill/>
          </a:ln>
        </p:spPr>
      </p:pic>
      <p:sp>
        <p:nvSpPr>
          <p:cNvPr id="194" name=""/>
          <p:cNvSpPr/>
          <p:nvPr/>
        </p:nvSpPr>
        <p:spPr>
          <a:xfrm>
            <a:off x="1472760" y="4626360"/>
            <a:ext cx="6824880" cy="759960"/>
          </a:xfrm>
          <a:prstGeom prst="rect">
            <a:avLst/>
          </a:prstGeom>
          <a:noFill/>
          <a:ln w="180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Convert numbers to a set of fuzzy numbers by determining </a:t>
            </a:r>
            <a:endParaRPr b="0" lang="en-ID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2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the upper and lower limits</a:t>
            </a:r>
            <a:endParaRPr b="0" lang="en-ID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D26D338-EA6C-408B-B477-35DA6F46E12A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098920" cy="93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rgbClr val="050505"/>
                </a:solidFill>
                <a:latin typeface="Times New Roman"/>
              </a:rPr>
              <a:t>Libraries used</a:t>
            </a:r>
            <a:endParaRPr b="0" lang="en-ID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09892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50505"/>
                </a:solidFill>
                <a:latin typeface="Times New Roman"/>
              </a:rPr>
              <a:t>import numpy as np</a:t>
            </a:r>
            <a:endParaRPr b="0" lang="en-ID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50505"/>
                </a:solidFill>
                <a:latin typeface="Times New Roman"/>
              </a:rPr>
              <a:t>import skfuzzy as fuzz</a:t>
            </a:r>
            <a:endParaRPr b="0" lang="en-ID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50505"/>
                </a:solidFill>
                <a:latin typeface="Times New Roman"/>
              </a:rPr>
              <a:t>import matplotlib.pyplot as plt</a:t>
            </a:r>
            <a:endParaRPr b="0" lang="en-ID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50505"/>
                </a:solidFill>
                <a:latin typeface="Times New Roman"/>
              </a:rPr>
              <a:t>import pandas as pd</a:t>
            </a:r>
            <a:endParaRPr b="0" lang="en-ID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Aft>
                <a:spcPts val="1060"/>
              </a:spcAft>
              <a:buNone/>
              <a:tabLst>
                <a:tab algn="l" pos="0"/>
              </a:tabLst>
            </a:pPr>
            <a:endParaRPr b="0" lang="en-ID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B08005E-4363-43D0-905D-8632ED5F12A9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098920" cy="93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rgbClr val="050505"/>
                </a:solidFill>
                <a:latin typeface="Times New Roman"/>
              </a:rPr>
              <a:t>Implementation</a:t>
            </a:r>
            <a:endParaRPr b="0" lang="en-ID" sz="3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8" name="" descr=""/>
          <p:cNvPicPr/>
          <p:nvPr/>
        </p:nvPicPr>
        <p:blipFill>
          <a:blip r:embed="rId1"/>
          <a:stretch/>
        </p:blipFill>
        <p:spPr>
          <a:xfrm>
            <a:off x="1600200" y="1371600"/>
            <a:ext cx="8181360" cy="403776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C940EFC-A870-4C0C-BF81-FF10F7BC6B73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1620000" y="210240"/>
            <a:ext cx="809892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rgbClr val="050505"/>
                </a:solidFill>
                <a:latin typeface="Times New Roman"/>
              </a:rPr>
              <a:t>Implementation</a:t>
            </a:r>
            <a:endParaRPr b="0" lang="en-ID" sz="3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0" name="" descr=""/>
          <p:cNvPicPr/>
          <p:nvPr/>
        </p:nvPicPr>
        <p:blipFill>
          <a:blip r:embed="rId1"/>
          <a:stretch/>
        </p:blipFill>
        <p:spPr>
          <a:xfrm>
            <a:off x="1600200" y="932760"/>
            <a:ext cx="4571640" cy="1168560"/>
          </a:xfrm>
          <a:prstGeom prst="rect">
            <a:avLst/>
          </a:prstGeom>
          <a:ln w="0">
            <a:noFill/>
          </a:ln>
        </p:spPr>
      </p:pic>
      <p:pic>
        <p:nvPicPr>
          <p:cNvPr id="201" name="" descr=""/>
          <p:cNvPicPr/>
          <p:nvPr/>
        </p:nvPicPr>
        <p:blipFill>
          <a:blip r:embed="rId2"/>
          <a:stretch/>
        </p:blipFill>
        <p:spPr>
          <a:xfrm>
            <a:off x="1724400" y="2101680"/>
            <a:ext cx="7190640" cy="315576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A2828B4-90C2-431E-9AD4-8A4E55323568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1620000" y="210240"/>
            <a:ext cx="809892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rgbClr val="050505"/>
                </a:solidFill>
                <a:latin typeface="Times New Roman"/>
              </a:rPr>
              <a:t>Implementation</a:t>
            </a:r>
            <a:endParaRPr b="0" lang="en-ID" sz="3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3" name="" descr=""/>
          <p:cNvPicPr/>
          <p:nvPr/>
        </p:nvPicPr>
        <p:blipFill>
          <a:blip r:embed="rId1"/>
          <a:stretch/>
        </p:blipFill>
        <p:spPr>
          <a:xfrm>
            <a:off x="1600200" y="932760"/>
            <a:ext cx="4571640" cy="1168560"/>
          </a:xfrm>
          <a:prstGeom prst="rect">
            <a:avLst/>
          </a:prstGeom>
          <a:ln w="0">
            <a:noFill/>
          </a:ln>
        </p:spPr>
      </p:pic>
      <p:pic>
        <p:nvPicPr>
          <p:cNvPr id="204" name="" descr=""/>
          <p:cNvPicPr/>
          <p:nvPr/>
        </p:nvPicPr>
        <p:blipFill>
          <a:blip r:embed="rId2"/>
          <a:stretch/>
        </p:blipFill>
        <p:spPr>
          <a:xfrm>
            <a:off x="1724400" y="2101680"/>
            <a:ext cx="7190640" cy="315576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9B60C54-967C-4F72-9D83-FD0C380F42FF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1620000" y="210240"/>
            <a:ext cx="809892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rgbClr val="050505"/>
                </a:solidFill>
                <a:latin typeface="Times New Roman"/>
              </a:rPr>
              <a:t>Implementation</a:t>
            </a:r>
            <a:endParaRPr b="0" lang="en-ID" sz="3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6" name="" descr=""/>
          <p:cNvPicPr/>
          <p:nvPr/>
        </p:nvPicPr>
        <p:blipFill>
          <a:blip r:embed="rId1"/>
          <a:stretch/>
        </p:blipFill>
        <p:spPr>
          <a:xfrm>
            <a:off x="1600200" y="1117080"/>
            <a:ext cx="4571640" cy="1168560"/>
          </a:xfrm>
          <a:prstGeom prst="rect">
            <a:avLst/>
          </a:prstGeom>
          <a:ln w="0">
            <a:noFill/>
          </a:ln>
        </p:spPr>
      </p:pic>
      <p:pic>
        <p:nvPicPr>
          <p:cNvPr id="207" name="" descr=""/>
          <p:cNvPicPr/>
          <p:nvPr/>
        </p:nvPicPr>
        <p:blipFill>
          <a:blip r:embed="rId2"/>
          <a:stretch/>
        </p:blipFill>
        <p:spPr>
          <a:xfrm>
            <a:off x="1724400" y="2330280"/>
            <a:ext cx="7190640" cy="315576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405A321-D720-4ECF-B68C-F878740972CB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1620000" y="210240"/>
            <a:ext cx="809892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rgbClr val="050505"/>
                </a:solidFill>
                <a:latin typeface="Times New Roman"/>
              </a:rPr>
              <a:t>Implementation</a:t>
            </a:r>
            <a:endParaRPr b="0" lang="en-ID" sz="3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9" name="" descr=""/>
          <p:cNvPicPr/>
          <p:nvPr/>
        </p:nvPicPr>
        <p:blipFill>
          <a:blip r:embed="rId1"/>
          <a:stretch/>
        </p:blipFill>
        <p:spPr>
          <a:xfrm>
            <a:off x="2971800" y="1513080"/>
            <a:ext cx="4477680" cy="328716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0940E52-1A44-429E-B197-C62B72CEA601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1620000" y="228600"/>
            <a:ext cx="8098920" cy="93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pc="-1" strike="noStrike">
                <a:solidFill>
                  <a:srgbClr val="050505"/>
                </a:solidFill>
                <a:latin typeface="Times New Roman"/>
              </a:rPr>
              <a:t>Reference</a:t>
            </a:r>
            <a:endParaRPr b="0" lang="en-ID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09892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333"/>
          </a:bodyPr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1000" spc="-1" strike="noStrike">
                <a:solidFill>
                  <a:srgbClr val="050505"/>
                </a:solidFill>
                <a:latin typeface="Times New Roman"/>
              </a:rPr>
              <a:t>]</a:t>
            </a:r>
            <a:r>
              <a:rPr b="0" lang="en-US" sz="2400" spc="-1" strike="noStrike">
                <a:solidFill>
                  <a:srgbClr val="050505"/>
                </a:solidFill>
                <a:latin typeface="Times New Roman"/>
              </a:rPr>
              <a:t>L. A. Zadeh, "Fuzzy sets," Information and Control 8, pp. 338-353, 1965. </a:t>
            </a:r>
            <a:endParaRPr b="0" lang="en-ID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50505"/>
                </a:solidFill>
                <a:latin typeface="Times New Roman"/>
              </a:rPr>
              <a:t>Timothy, J.Ross, 2006, “Fuzzy Logic With Engineering Application”, John Wiley &amp;. Sons, Chichester, England.</a:t>
            </a:r>
            <a:endParaRPr b="0" lang="en-ID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50505"/>
                </a:solidFill>
                <a:latin typeface="Times New Roman"/>
              </a:rPr>
              <a:t>Kusumadewi, Sri dan Hari, Purnomo. (2010). Aplikasi Logika Fuzzy Untuk Mendukung. Keputusan. Yogyakarta : Graha Ilmu</a:t>
            </a:r>
            <a:endParaRPr b="0" lang="en-ID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50505"/>
                </a:solidFill>
                <a:latin typeface="Times New Roman"/>
              </a:rPr>
              <a:t>Bezdek, J. C.., Robert Ehrlich., &amp; William Full (1981). FCM: The Fuzzy c-Means. Clustering Algorithm. Bieniawski, Z.T., (1989)</a:t>
            </a:r>
            <a:endParaRPr b="0" lang="en-ID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50505"/>
                </a:solidFill>
                <a:latin typeface="Times New Roman"/>
              </a:rPr>
              <a:t>#</a:t>
            </a:r>
            <a:r>
              <a:rPr b="0" lang="en-US" sz="2400" spc="-1" strike="noStrike">
                <a:solidFill>
                  <a:srgbClr val="0000ee"/>
                </a:solidFill>
                <a:latin typeface="Times New Roman"/>
                <a:hlinkClick r:id="rId1"/>
              </a:rPr>
              <a:t>https://www.kaggle.com/code/engrshabir/fuzzy-c-mean-clustering-algorithm</a:t>
            </a:r>
            <a:endParaRPr b="0" lang="en-ID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Aft>
                <a:spcPts val="1060"/>
              </a:spcAft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50505"/>
                </a:solidFill>
                <a:latin typeface="Times New Roman"/>
              </a:rPr>
              <a:t> </a:t>
            </a:r>
            <a:endParaRPr b="0" lang="en-ID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6CBB627-7481-4A5C-A075-49A9632AEEA2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1620000" y="210240"/>
            <a:ext cx="809892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Thank You</a:t>
            </a:r>
            <a:endParaRPr b="0" lang="en-ID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/>
          </p:nvPr>
        </p:nvSpPr>
        <p:spPr>
          <a:xfrm>
            <a:off x="1620000" y="1368000"/>
            <a:ext cx="8098920" cy="32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Link slide :</a:t>
            </a:r>
            <a:endParaRPr b="0" lang="en-ID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https://github.com/nawindahx/light_talk_2025</a:t>
            </a:r>
            <a:endParaRPr b="0" lang="en-ID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E61D2AF-E76A-47FB-8757-A9F32DDE4D1F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</TotalTime>
  <Application>LibreOffice/24.2.5.2$Windows_X86_64 LibreOffice_project/bffef4ea93e59bebbeaf7f431bb02b1a39ee8a59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2025-12-14T07:49:15Z</dcterms:created>
  <dc:creator/>
  <dc:description>This work is licensed under a Creative Commons 0 License.
It makes use of the works of Alexander Wilms.</dc:description>
  <dc:language>en-US</dc:language>
  <cp:lastModifiedBy/>
  <cp:lastPrinted>2025-12-14T13:57:13Z</cp:lastPrinted>
  <dcterms:modified xsi:type="dcterms:W3CDTF">2025-12-14T16:10:18Z</dcterms:modified>
  <cp:revision>24</cp:revision>
  <dc:subject/>
  <dc:title>DNA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